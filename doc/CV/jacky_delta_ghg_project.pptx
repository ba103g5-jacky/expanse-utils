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Jacky Chiu</a:t>
            </a:r>
          </a:p>
          <a:p>
            <a:r>
              <a:t>Senior Backend Software Engineer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7+ years backend development experience</a:t>
            </a:r>
          </a:p>
          <a:p>
            <a:r>
              <a:t>Java / Spring Boot enterprise systems</a:t>
            </a:r>
          </a:p>
          <a:p>
            <a:r>
              <a:t>Currently working at Delta Electronics</a:t>
            </a:r>
          </a:p>
          <a:p>
            <a:r>
              <a:t>Project: GHG (Greenhouse Gas)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 – GHG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used for enterprise carbon emission data management</a:t>
            </a:r>
          </a:p>
          <a:p>
            <a:r>
              <a:t>Supports carbon emission calculation for different sources</a:t>
            </a:r>
          </a:p>
          <a:p>
            <a:r>
              <a:t>Integrates data from ESG Data Platform</a:t>
            </a:r>
          </a:p>
          <a:p>
            <a:r>
              <a:t>Provides reporting data for sustainability teams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My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 backend services using Java / Spring Boot</a:t>
            </a:r>
          </a:p>
          <a:p>
            <a:r>
              <a:t>Implement carbon emission calculation logic</a:t>
            </a:r>
          </a:p>
          <a:p>
            <a:r>
              <a:t>Build REST APIs for system integration</a:t>
            </a:r>
          </a:p>
          <a:p>
            <a:r>
              <a:t>Design and maintain PostgreSQL database schema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Backend: Java, Spring Boot</a:t>
            </a:r>
          </a:p>
          <a:p>
            <a:r>
              <a:t>Data Access: Spring Data JPA</a:t>
            </a:r>
          </a:p>
          <a:p>
            <a:r>
              <a:t>Database: PostgreSQL</a:t>
            </a:r>
          </a:p>
          <a:p>
            <a:r>
              <a:t>API: RESTful APIs</a:t>
            </a:r>
          </a:p>
          <a:p>
            <a:r>
              <a:t>Development: Agile / Code Review / Daily Scrum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Introduced Daily Scrum for better team communication</a:t>
            </a:r>
          </a:p>
          <a:p>
            <a:r>
              <a:t>Facilitated code review discussions to improve code quality</a:t>
            </a:r>
          </a:p>
          <a:p>
            <a:r>
              <a:t>Built core modules for emission calculation</a:t>
            </a:r>
          </a:p>
          <a:p>
            <a:r>
              <a:t>Implemented data processing flow from ESG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&amp;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Enterprise system backend development</a:t>
            </a:r>
          </a:p>
          <a:p>
            <a:r>
              <a:t>Carbon emission data domain knowledge</a:t>
            </a:r>
          </a:p>
          <a:p>
            <a:r>
              <a:t>Data processing workflow design</a:t>
            </a:r>
          </a:p>
          <a:p>
            <a:r>
              <a:t>Collaboration within enterprise engineering teams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